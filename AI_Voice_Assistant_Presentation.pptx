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F2FE"/>
                </a:solidFill>
                <a:latin typeface="Arial"/>
              </a:defRPr>
            </a:pPr>
            <a:r>
              <a:t>AI-BASED VOICE ASSISTANT (ARIA)</a:t>
            </a:r>
          </a:p>
          <a:p>
            <a:pPr algn="ctr">
              <a:defRPr sz="1800">
                <a:solidFill>
                  <a:srgbClr val="F0F6FC"/>
                </a:solidFill>
                <a:latin typeface="Arial"/>
              </a:defRPr>
            </a:pPr>
            <a:r>
              <a:t>Speech Recognition, Google OAuth Sign-In, Email/Password Auth &amp; SQLite Database</a:t>
            </a:r>
          </a:p>
          <a:p>
            <a:br/>
            <a:pPr algn="ctr">
              <a:defRPr sz="1400">
                <a:solidFill>
                  <a:srgbClr val="8B949E"/>
                </a:solidFill>
                <a:latin typeface="Arial"/>
              </a:defRPr>
            </a:pPr>
            <a:r>
              <a:t>Major Academic Project Presentation  |  Python 3.13 • SQLite3 • Google GIS •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7F00FF"/>
                </a:solidFill>
              </a:defRPr>
            </a:pPr>
            <a:r>
              <a:t>Problem Statement</a:t>
            </a:r>
          </a:p>
          <a:p>
            <a:pPr>
              <a:spcAft>
                <a:spcPts val="1400"/>
              </a:spcAft>
              <a:defRPr sz="1500">
                <a:solidFill>
                  <a:srgbClr val="F0F6FC"/>
                </a:solidFill>
              </a:defRPr>
            </a:pPr>
            <a:r>
              <a:t>Modern AI assistants require hands-free interaction, secure multi-user authentication, and persistent data storage. ARIA solves this by providing voice synthesis, desktop automation, Google OAuth, Email/Password auth, and an SQLite database.</a:t>
            </a:r>
          </a:p>
          <a:p>
            <a:pPr>
              <a:defRPr sz="2000" b="1">
                <a:solidFill>
                  <a:srgbClr val="7F00FF"/>
                </a:solidFill>
              </a:defRPr>
            </a:pPr>
            <a:r>
              <a:t>Key Objectives</a:t>
            </a:r>
          </a:p>
          <a:p>
            <a:pPr>
              <a:spcAft>
                <a:spcPts val="1400"/>
              </a:spcAft>
              <a:defRPr sz="1500">
                <a:solidFill>
                  <a:srgbClr val="F0F6FC"/>
                </a:solidFill>
              </a:defRPr>
            </a:pPr>
            <a:r>
              <a:t>1. Google OAuth Sign-In &amp; Email/Password SQL authentication.</a:t>
            </a:r>
            <a:br/>
            <a:r>
              <a:t>2. Persistent user account &amp; chat history storage in SQLite database.</a:t>
            </a:r>
            <a:br/>
            <a:r>
              <a:t>3. Real-time microphone capture &amp; speech-to-text conversion.</a:t>
            </a:r>
            <a:br/>
            <a:r>
              <a:t>4. Offline voice response synthesis via pyttsx3 &amp; browser TTS.</a:t>
            </a:r>
            <a:br/>
            <a:r>
              <a:t>5. Automated system app launcher, math evaluator, and web search reports.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Newest Added Features (Google Auth &amp; SQL 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700">
                <a:solidFill>
                  <a:srgbClr val="00F2FE"/>
                </a:solidFill>
              </a:rPr>
              <a:t>- Google Sign-In OAuth System: </a:t>
            </a:r>
            <a:r>
              <a:rPr sz="1400">
                <a:solidFill>
                  <a:srgbClr val="F0F6FC"/>
                </a:solidFill>
              </a:rPr>
              <a:t>Official Google Identity Services (GIS SDK) integration. Supports 1-click Google Sign-In with JWT token decoding and profile picture sync.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0F2FE"/>
                </a:solidFill>
              </a:rPr>
              <a:t>- Email &amp; Password Auth System: </a:t>
            </a:r>
            <a:r>
              <a:rPr sz="1400">
                <a:solidFill>
                  <a:srgbClr val="F0F6FC"/>
                </a:solidFill>
              </a:rPr>
              <a:t>Complete registration (/api/auth/register) and login (/api/auth/email-login). Password credentials protected with salted Werkzeug cryptographic hashes.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0F2FE"/>
                </a:solidFill>
              </a:rPr>
              <a:t>- Persistent Relational SQL Database: </a:t>
            </a:r>
            <a:r>
              <a:rPr sz="1400">
                <a:solidFill>
                  <a:srgbClr val="F0F6FC"/>
                </a:solidFill>
              </a:rPr>
              <a:t>SQLite database (database.db) with structured tables: 'users' (accounts &amp; auth) and 'chat_history' (voice logs &amp; chat sessions).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00F2FE"/>
                </a:solidFill>
              </a:rPr>
              <a:t>- Auth Mode Switcher UI: </a:t>
            </a:r>
            <a:r>
              <a:rPr sz="1400">
                <a:solidFill>
                  <a:srgbClr val="F0F6FC"/>
                </a:solidFill>
              </a:rPr>
              <a:t>Interactive tabs to switch between 'Sign In' and 'Create Account' with instant status notifications and guest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SQL Relational Database Schema (database.db)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900" b="1">
                <a:solidFill>
                  <a:srgbClr val="7F00FF"/>
                </a:solidFill>
              </a:defRPr>
            </a:pPr>
            <a:r>
              <a:t>Table 1: 'users' (User Accounts &amp; Auth)</a:t>
            </a:r>
          </a:p>
          <a:p>
            <a:pPr>
              <a:spcAft>
                <a:spcPts val="1600"/>
              </a:spcAft>
              <a:defRPr sz="1400">
                <a:solidFill>
                  <a:srgbClr val="F0F6FC"/>
                </a:solidFill>
              </a:defRPr>
            </a:pPr>
            <a:r>
              <a:t>Columns: id (PK), name, email (UNIQUE), password_hash (Werkzeug salted hash), provider ('Google'/'Email'), picture, created_at, last_login.</a:t>
            </a:r>
            <a:br/>
            <a:r>
              <a:t>Stores registered user credentials securely.</a:t>
            </a:r>
          </a:p>
          <a:p>
            <a:pPr>
              <a:defRPr sz="1900" b="1">
                <a:solidFill>
                  <a:srgbClr val="7F00FF"/>
                </a:solidFill>
              </a:defRPr>
            </a:pPr>
            <a:r>
              <a:t>Table 2: 'chat_history' (Conversation Logs)</a:t>
            </a:r>
          </a:p>
          <a:p>
            <a:pPr>
              <a:spcAft>
                <a:spcPts val="1600"/>
              </a:spcAft>
              <a:defRPr sz="1400">
                <a:solidFill>
                  <a:srgbClr val="F0F6FC"/>
                </a:solidFill>
              </a:defRPr>
            </a:pPr>
            <a:r>
              <a:t>Columns: id (PK AUTO), user_id (FK), session_id, role ('user'/'assistant'), message, category, timestamp.</a:t>
            </a:r>
            <a:br/>
            <a:r>
              <a:t>Persists user voice transcripts and assistant responses linked to individual account IDs.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Terms and Conditions (Operational &amp; Privacy)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600">
                <a:solidFill>
                  <a:srgbClr val="00F2FE"/>
                </a:solidFill>
              </a:rPr>
              <a:t>- User Privacy &amp; Password Hashing: </a:t>
            </a:r>
            <a:r>
              <a:rPr sz="1400">
                <a:solidFill>
                  <a:srgbClr val="F0F6FC"/>
                </a:solidFill>
              </a:rPr>
              <a:t>Passwords are strictly stored as one-way PBKDF2/SHA-256 hashes. Google OAuth tokens are processed solely for identification and account linkage.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F2FE"/>
                </a:solidFill>
              </a:rPr>
              <a:t>- Microphone Stream Usage: </a:t>
            </a:r>
            <a:r>
              <a:rPr sz="1400">
                <a:solidFill>
                  <a:srgbClr val="F0F6FC"/>
                </a:solidFill>
              </a:rPr>
              <a:t>Microphone audio is transcribed locally or via browser Web Speech API solely for command execution. Raw audio streams are never stored permanently without consent.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F2FE"/>
                </a:solidFill>
              </a:rPr>
              <a:t>- Account Confidentiality: </a:t>
            </a:r>
            <a:r>
              <a:rPr sz="1400">
                <a:solidFill>
                  <a:srgbClr val="F0F6FC"/>
                </a:solidFill>
              </a:rPr>
              <a:t>Users are responsible for maintaining credential secrecy. Chat history logs are strictly linked to user IDs in the SQLite database to preserve session privacy.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00F2FE"/>
                </a:solidFill>
              </a:rPr>
              <a:t>- Service Availability &amp; Rate Limits: </a:t>
            </a:r>
            <a:r>
              <a:rPr sz="1400">
                <a:solidFill>
                  <a:srgbClr val="F0F6FC"/>
                </a:solidFill>
              </a:rPr>
              <a:t>External API services (Wikipedia API, Google Search) are accessed within rate limits to ensure robust uptime and prevent service degradation.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Error Rectification &amp;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</a:pPr>
            <a:r>
              <a:rPr b="1" sz="1600">
                <a:solidFill>
                  <a:srgbClr val="10B981"/>
                </a:solidFill>
              </a:rPr>
              <a:t>[FIXED] Database Schema Migration Rectification: </a:t>
            </a:r>
            <a:r>
              <a:rPr sz="1400">
                <a:solidFill>
                  <a:srgbClr val="F0F6FC"/>
                </a:solidFill>
              </a:rPr>
              <a:t>Added automatic PRAGMA table_info inspections and ALTER TABLE migrations in app.py to prevent 'missing column' crashes on legacy DB files.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0B981"/>
                </a:solidFill>
              </a:rPr>
              <a:t>[FIXED] Credential Validation Rectification: </a:t>
            </a:r>
            <a:r>
              <a:rPr sz="1400">
                <a:solidFill>
                  <a:srgbClr val="F0F6FC"/>
                </a:solidFill>
              </a:rPr>
              <a:t>Enforced password length constraints, duplicate email checks, and 401 Unauthorized responses to prevent corrupt database entries.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0B981"/>
                </a:solidFill>
              </a:rPr>
              <a:t>[FIXED] Google OAuth Popup Block Fallback: </a:t>
            </a:r>
            <a:r>
              <a:rPr sz="1400">
                <a:solidFill>
                  <a:srgbClr val="F0F6FC"/>
                </a:solidFill>
              </a:rPr>
              <a:t>Handled GIS SDK popup blockages with an interactive prompt dialog fallback so users can always sign in smoothly.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10B981"/>
                </a:solidFill>
              </a:rPr>
              <a:t>[FIXED] Web Speech Permission Error Handling: </a:t>
            </a:r>
            <a:r>
              <a:rPr sz="1400">
                <a:solidFill>
                  <a:srgbClr val="F0F6FC"/>
                </a:solidFill>
              </a:rPr>
              <a:t>Handled 'not-allowed' microphone errors by seamlessly falling back to keyboard command input with clear visual UI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>
                <a:solidFill>
                  <a:srgbClr val="00F2FE"/>
                </a:solidFill>
              </a:rPr>
              <a:t>- Python 3.13: </a:t>
            </a:r>
            <a:r>
              <a:rPr sz="1400">
                <a:solidFill>
                  <a:srgbClr val="F0F6FC"/>
                </a:solidFill>
              </a:rPr>
              <a:t>Core backend language for assistant engine, intent routing, and API endpoints.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F2FE"/>
                </a:solidFill>
              </a:rPr>
              <a:t>- SQLite 3 Database: </a:t>
            </a:r>
            <a:r>
              <a:rPr sz="1400">
                <a:solidFill>
                  <a:srgbClr val="F0F6FC"/>
                </a:solidFill>
              </a:rPr>
              <a:t>Persistent SQL database engine storing user credentials and conversation sessions.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F2FE"/>
                </a:solidFill>
              </a:rPr>
              <a:t>- Google Identity Services SDK: </a:t>
            </a:r>
            <a:r>
              <a:rPr sz="1400">
                <a:solidFill>
                  <a:srgbClr val="F0F6FC"/>
                </a:solidFill>
              </a:rPr>
              <a:t>Official Google OAuth 2.0 single sign-on authentication SDK.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F2FE"/>
                </a:solidFill>
              </a:rPr>
              <a:t>- SpeechRecognition &amp; pyttsx3: </a:t>
            </a:r>
            <a:r>
              <a:rPr sz="1400">
                <a:solidFill>
                  <a:srgbClr val="F0F6FC"/>
                </a:solidFill>
              </a:rPr>
              <a:t>Captures microphone speech and synthesizes offline spoken audio feedback.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F2FE"/>
                </a:solidFill>
              </a:rPr>
              <a:t>- Flask REST Framework: </a:t>
            </a:r>
            <a:r>
              <a:rPr sz="1400">
                <a:solidFill>
                  <a:srgbClr val="F0F6FC"/>
                </a:solidFill>
              </a:rPr>
              <a:t>Serves Web Control Center REST API at http://localhost:5000.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F2FE"/>
                </a:solidFill>
              </a:rPr>
              <a:t>- HTML5, CSS3, JavaScript: </a:t>
            </a:r>
            <a:r>
              <a:rPr sz="1400">
                <a:solidFill>
                  <a:srgbClr val="F0F6FC"/>
                </a:solidFill>
              </a:rPr>
              <a:t>Futuristic Glassmorphic Dark UI, Web Audio API sound effects, and interactive modals.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Testing &amp; Verification (14/14 Tests Passed)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800" b="1">
                <a:solidFill>
                  <a:srgbClr val="00F2FE"/>
                </a:solidFill>
              </a:defRPr>
            </a:pPr>
            <a:r>
              <a:t>Automated Unit Test Suites (test_assistant.py &amp; test_auth_db.py):</a:t>
            </a:r>
          </a:p>
          <a:p>
            <a:pPr>
              <a:spcAft>
                <a:spcPts val="1000"/>
              </a:spcAft>
              <a:defRPr sz="1500">
                <a:solidFill>
                  <a:srgbClr val="10B981"/>
                </a:solidFill>
              </a:defRPr>
            </a:pPr>
            <a:r>
              <a:t>[PASS] Voice Engine Tests 1-10: Time, Greeting, Stats, Math, Joke, Apps, Wiki -&gt; 100% PASSED</a:t>
            </a:r>
          </a:p>
          <a:p>
            <a:pPr>
              <a:spcAft>
                <a:spcPts val="1000"/>
              </a:spcAft>
              <a:defRPr sz="1500">
                <a:solidFill>
                  <a:srgbClr val="10B981"/>
                </a:solidFill>
              </a:defRPr>
            </a:pPr>
            <a:r>
              <a:t>[PASS] SQL Test 1: SQLite Schema Integrity &amp; Migration -&gt; 100% PASSED</a:t>
            </a:r>
          </a:p>
          <a:p>
            <a:pPr>
              <a:spcAft>
                <a:spcPts val="1000"/>
              </a:spcAft>
              <a:defRPr sz="1500">
                <a:solidFill>
                  <a:srgbClr val="10B981"/>
                </a:solidFill>
              </a:defRPr>
            </a:pPr>
            <a:r>
              <a:t>[PASS] SQL Test 2: Email &amp; Password User Account Registration -&gt; 100% PASSED</a:t>
            </a:r>
          </a:p>
          <a:p>
            <a:pPr>
              <a:spcAft>
                <a:spcPts val="1000"/>
              </a:spcAft>
              <a:defRPr sz="1500">
                <a:solidFill>
                  <a:srgbClr val="10B981"/>
                </a:solidFill>
              </a:defRPr>
            </a:pPr>
            <a:r>
              <a:t>[PASS] SQL Test 3: Password Hashing &amp; Email Authentication -&gt; 100% PASSED</a:t>
            </a:r>
          </a:p>
          <a:p>
            <a:pPr>
              <a:spcAft>
                <a:spcPts val="1000"/>
              </a:spcAft>
              <a:defRPr sz="1500">
                <a:solidFill>
                  <a:srgbClr val="10B981"/>
                </a:solidFill>
              </a:defRPr>
            </a:pPr>
            <a:r>
              <a:t>[PASS] SQL Test 4: Google OAuth User Linking &amp; DB Sync -&gt; 100% PASSED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Arial"/>
              </a:defRPr>
            </a:pPr>
            <a:r>
              <a:t>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00F2FE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800">
                <a:solidFill>
                  <a:srgbClr val="F0F6FC"/>
                </a:solidFill>
                <a:latin typeface="Arial"/>
              </a:defRPr>
            </a:pPr>
            <a:r>
              <a:t>ARIA AI Voice Assistant is complete with Google OAuth, Email/Password Auth &amp; SQL Database.</a:t>
            </a:r>
          </a:p>
          <a:p>
            <a:br/>
            <a:pPr algn="ctr">
              <a:defRPr sz="2200" b="1">
                <a:solidFill>
                  <a:srgbClr val="7F00FF"/>
                </a:solidFill>
                <a:latin typeface="Arial"/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